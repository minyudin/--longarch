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CCD4B-FE83-45EF-B37B-3CF54491336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F12CB-6C6B-42E8-8B29-6A1A231F3D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3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F12CB-6C6B-42E8-8B29-6A1A231F3D8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36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F12CB-6C6B-42E8-8B29-6A1A231F3D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561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F12CB-6C6B-42E8-8B29-6A1A231F3D8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23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F12CB-6C6B-42E8-8B29-6A1A231F3D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333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F12CB-6C6B-42E8-8B29-6A1A231F3D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1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79101-B3C8-FC8C-106E-45D5C9A74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6F26A9-ABC6-799C-2E3E-B4E143295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A36D37-DA50-22AC-F4C7-AE30998E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EABF-553A-B123-BA2E-EC3984BE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9429F4-3C3D-23E6-2B32-4F8EB21F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39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70E96-9ECA-8B23-F258-61484ACF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8E3A1A-27D8-8EE7-1507-3A506B74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CBE9B-EE3C-8444-5ADB-B2569D9D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975BF-D8DA-009B-DAD8-153A1F9A0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3EF3E-9A9F-BE4F-4C73-C57B361B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578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3FFE2-83D5-9211-87A7-699BA4C71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C0F9FB-7D56-9728-59E9-9BE70060C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063C47-1278-18DC-D9DD-ECDAD2BE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443CEA-2009-7BD1-EF18-F3637E6F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53C418-0629-CA4C-2203-9F1BBF0C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05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10145-01AB-B6BB-8F42-73745C2F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BAA2CD-EC39-AF8D-8674-F0E88842E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7C2A4F-F2CA-D3BF-720C-75B8BE41B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A6356E-F116-E511-8E39-35F23144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8A1AF6-B283-F18F-7DBF-E7D69923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290747-2641-D697-4369-10788007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1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F444A-6624-49A1-96E3-215B0DF9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1A3999-E3B6-D55C-9A48-4D8DAAD19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210AC9-09AE-37F5-9123-FCB3BB6A9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634357-8761-B36E-D181-381E279C3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B3A89D-3D04-4BA3-DF89-8381CCC24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30FD0D-A359-05D8-10C3-EECFF2E8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B6A23B-4FB3-50D6-E548-E4C8DD5A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1BD371-E39D-9813-6B47-EB6D9FFC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83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A7CC2-EC2C-453B-9275-2CD97C79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C68E0A-405B-BF72-EC63-A4B29C6E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671AFA-A912-0408-7EE0-ADFD8B1A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921C9A-3F8D-1CB7-C840-98D2BFE3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00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393B2F-0F59-BC39-FB26-1DDC1A75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EB8F46-AFF3-3386-1960-F19730C8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97C483-894E-87F4-9A73-D2490E98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42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AEE19-B908-DB44-EA2C-AB804F4D3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C265C-CAD6-1C51-51CC-D81B59306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AD4612-035A-9A0E-2663-D82CF6BD0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C2610B-4AB4-BF20-49F9-363DA6D9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4AF8E0-CF3D-F86D-5012-58F5E7C8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71B427-C63F-9118-ABED-1EB9136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37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334CE-C9E5-14C0-DE62-1B4DFA52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200097-9351-77F3-08FC-F577FC4DD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A448C9-2FB8-A0C4-51C8-4E3F2ED4A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44B5E2-BE0D-05FA-444C-E1815567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797800-DEF5-F4B3-88B7-B3BF92AD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537EDA-0566-F25E-1A60-EA0ADC03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0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E9A0B-B9F4-E8C7-04FB-68F5C86B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FF1F4F-C030-74FD-8FF8-2018D6EA4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43BB78-12FC-A319-03D8-000342D3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2795DE-D09F-4601-7BC5-93807B0E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FBE23-185F-91B2-CCB2-0E6A4501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3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3B5BA6-C5CD-4F4E-CF8A-9EE3999CF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CBBB1B-7521-8166-BE09-12348F55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11EE80-C428-3657-92C3-A39F12D3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8D6BD-6813-98CC-8B52-48ABD8F6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36663B-A64E-A9EF-0246-E6D1E387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54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714CAF-3AB0-AA50-6C77-90344AE4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87919-15FE-777E-D97E-DF77DDAEF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738BC2-807B-343E-6E6F-46FBF3083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29425-C524-46F9-BCD6-F42E24DB36C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A8969-D3EE-69BE-DF3E-AB7B1FA69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5CB32-7BF7-6299-06E6-A2ABC2294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F3919-BD24-4834-A419-FE14232D5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84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B5AC612-B5A2-B910-B796-00FB5723E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0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7285C60-B9FF-F10F-AD6D-C1B0C420D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4A1E74-AD3C-8E16-1890-4894924A5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94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DE779A-742B-BFC0-A070-83859EFB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09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EE1FC3-A908-6847-445A-9FFE7F76C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9830A6-63B7-26CB-EC76-2CDBAC854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3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C60146F-AA6B-E595-4FD5-38940C338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9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宽屏</PresentationFormat>
  <Paragraphs>5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燕平 龙</dc:creator>
  <cp:lastModifiedBy>燕平 龙</cp:lastModifiedBy>
  <cp:revision>3</cp:revision>
  <dcterms:created xsi:type="dcterms:W3CDTF">2026-04-23T09:35:54Z</dcterms:created>
  <dcterms:modified xsi:type="dcterms:W3CDTF">2026-04-23T09:45:31Z</dcterms:modified>
</cp:coreProperties>
</file>